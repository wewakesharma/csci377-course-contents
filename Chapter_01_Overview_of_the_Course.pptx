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4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9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11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CSCI 377: Computer Algorithms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Algorithms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[Instructor Name]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[Semester, Year]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Outcomes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Identify the basics about algorithms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Understand the importance of algorithms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Learn the different steps of developing an algorithm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Are Algorithms?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An algorithm is any well-defined computational procedure that takes some values as input and produces some values as output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 tool for solving a well-specified computational problem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Example (Sorting):</a:t>
            </a:r>
          </a:p>
          <a:p>
            <a:pPr marL="685800" lvl="1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Input: a sequence of n numbers &lt;a1, a2, ..., an&gt;</a:t>
            </a:r>
          </a:p>
          <a:p>
            <a:pPr marL="685800" lvl="1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Output: a permutation &lt;a'1, a'2, ..., a'n&gt; such that a'1 &lt;= a'2 &lt;= ... &lt;= a'n</a:t>
            </a:r>
          </a:p>
          <a:p>
            <a:pPr marL="685800" lvl="1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Example: Input &lt;31, 41, 59, 26, 41, 58&gt; -&gt; Output &lt;26, 31, 41, 41, 58, 59&gt;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Discussion: what kind of problem does this algorithm solve? What other problems are solved by algorithms?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Are Algorithms Important?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Used in every part of computer science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Computers do nothing without programs telling them what specific task to do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Algorithms find the best possible way to solve a problem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Performance often draws the line between what is feasible and what is impossible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Correctness, Termination, and Efficiency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/>
              <a:t>Correctness: for every input instance, it halts with the correct output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/>
              <a:t>Termination: for every input instance, it halts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/>
              <a:t>Efficiency: uses the minimum number of steps and space to compute the output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/>
              <a:t>Analysis of algorithm: a theoretical study of computer program performance and resource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Study Algorithms and Performance?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Performance often draws the line between feasible and impossible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Algorithms help us understand scalability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Algorithmic mathematics provides a language for talking about program behavior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Performance is the currency of computing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What's more important than performance? modularity, correctness, maintainability, functionality, robustness, programmer time, simplicity, extensibility, reliability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Running Time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Running time depends on the input: an already-sorted sequence is easier to sort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Parameterize running time by the size of the input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We generally seek upper bounds on running time, because everybody likes a guarantee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Develop an Algorithm?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1. Design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2. Implement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3. Analyze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4. Experiment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Discussion break: give an example of a real-world problem and discuss how to design an algorithm to solve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Algorithms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Divide and conquer: divide the problem into smaller subproblems of the same type, solve, and combine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Greedy: find an optimal solution at the local level, hoping this leads to a global optimum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Dynamic programming: break a complex problem into simpler overlapping subproblems, solve each once, and store solutions for reuse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We Choose the Best Algorithm?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1. Understand the problem and compare different options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2. Analyze the characteristics of the data; weigh pros/cons of different data structures and algorithms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3. Measure and compare the performance and efficiency of each algorithm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Real-world use: chatbots, smart assistants, e-payments, search algorithms, smart cars, navigation apps, facial recognition, text editors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Kinds of Analysis (Worst / Average / Best Case)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/>
              <a:t>Worst-case (usually used): T(n) = maximum time of the algorithm on any input of size n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/>
              <a:t>Average-case (sometimes): T(n) = expected time over all inputs of size n; requires an assumed input distribution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/>
              <a:t>Best-case (rarely useful): a slow algorithm can still look fast on some particular input</a:t>
            </a:r>
          </a:p>
          <a:p>
            <a:pPr marL="342900" indent="-228600">
              <a:lnSpc>
                <a:spcPct val="9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/>
              <a:t>Common growth-rate categories: Linear - n, Exponential - 2^n, Logarithmic - log(n), n log(n)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Worked Example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Problem: it takes f(n) microseconds to solve a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problem of size n. What is the largest input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solvable in 1 second / 1 minute, if f(n) = log(n)?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 second:  log(n) = 1,000,000 microsec -&gt; n = 2</a:t>
            </a:r>
            <a:r>
              <a:rPr lang="en-US" sz="2000" baseline="30000" dirty="0"/>
              <a:t>1,000,000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 minute:  log(n) = 60,000,000 microsec -&gt; n = 2</a:t>
            </a:r>
            <a:r>
              <a:rPr lang="en-US" sz="2000" baseline="30000" dirty="0"/>
              <a:t>60,000,000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answer question 1-1 (textbook, page 14)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724</Words>
  <Application>Microsoft Macintosh PowerPoint</Application>
  <PresentationFormat>Widescreen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(CUNY)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CSCI 377</dc:creator>
  <cp:lastModifiedBy>Vivek Sharma</cp:lastModifiedBy>
  <cp:revision>2</cp:revision>
  <dcterms:created xsi:type="dcterms:W3CDTF">2026-07-20T20:18:11Z</dcterms:created>
  <dcterms:modified xsi:type="dcterms:W3CDTF">2026-07-21T22:08:08Z</dcterms:modified>
</cp:coreProperties>
</file>